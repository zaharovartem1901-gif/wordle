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DF3D"/>
    <a:srgbClr val="FFFF66"/>
    <a:srgbClr val="51ED6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674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85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863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9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5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53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65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092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7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92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9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CC39294-A970-4555-BAC1-D1246F1CCBA2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26661CC-6434-49E8-9DC1-5B99B97203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50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E1513D-51F5-68CD-3BBE-2C6D0DA2D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87400"/>
            <a:ext cx="9418320" cy="3111500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</a:schemeClr>
                </a:solidFill>
              </a:rPr>
              <a:t>Wo</a:t>
            </a:r>
            <a:r>
              <a:rPr lang="en-US" b="1" dirty="0">
                <a:solidFill>
                  <a:srgbClr val="FFFF00"/>
                </a:solidFill>
              </a:rPr>
              <a:t>rd</a:t>
            </a:r>
            <a:r>
              <a:rPr lang="en-US" b="1" dirty="0">
                <a:solidFill>
                  <a:srgbClr val="03DF3D"/>
                </a:solidFill>
              </a:rPr>
              <a:t>le</a:t>
            </a:r>
            <a:r>
              <a:rPr lang="en-US" b="1" dirty="0"/>
              <a:t> </a:t>
            </a:r>
            <a:r>
              <a:rPr lang="ru-RU" sz="4400" b="1" dirty="0"/>
              <a:t>на библиотеке </a:t>
            </a:r>
            <a:r>
              <a:rPr lang="en-US" sz="4400" b="1" dirty="0"/>
              <a:t>PyQt6</a:t>
            </a:r>
            <a:endParaRPr lang="ru-RU" sz="4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9C2306-B7B6-87A3-E4B3-9A8DA1D79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0" y="5384800"/>
            <a:ext cx="3962400" cy="22479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</a:rPr>
              <a:t>Захаров Артем</a:t>
            </a:r>
          </a:p>
        </p:txBody>
      </p:sp>
    </p:spTree>
    <p:extLst>
      <p:ext uri="{BB962C8B-B14F-4D97-AF65-F5344CB8AC3E}">
        <p14:creationId xmlns:p14="http://schemas.microsoft.com/office/powerpoint/2010/main" val="2707036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3C2B9F-77D8-0229-4F0C-8C19EA593A3E}"/>
              </a:ext>
            </a:extLst>
          </p:cNvPr>
          <p:cNvSpPr/>
          <p:nvPr/>
        </p:nvSpPr>
        <p:spPr>
          <a:xfrm>
            <a:off x="1078992" y="1878045"/>
            <a:ext cx="10012680" cy="35260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902B1-DB46-2C35-73BC-05E5B02F6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5489"/>
            <a:ext cx="9144000" cy="1883664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Задачи и Идеи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CF3161-ADD0-1E6A-C3D6-28CCA3086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328" y="1944862"/>
            <a:ext cx="9144000" cy="2304288"/>
          </a:xfrm>
        </p:spPr>
        <p:txBody>
          <a:bodyPr>
            <a:noAutofit/>
          </a:bodyPr>
          <a:lstStyle/>
          <a:p>
            <a:pPr algn="l"/>
            <a:r>
              <a:rPr lang="ru-RU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Идея</a:t>
            </a:r>
            <a:r>
              <a:rPr lang="ru-RU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   </a:t>
            </a:r>
          </a:p>
          <a:p>
            <a:pPr lvl="1" algn="l"/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Создание настольной версии популярной браузерной игры </a:t>
            </a:r>
            <a:r>
              <a:rPr lang="ru-RU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Wordle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реализованной с использованием фреймворка </a:t>
            </a:r>
            <a:r>
              <a:rPr lang="ru-RU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PyQt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Приложение сохраняет дух оригинальной игры</a:t>
            </a:r>
          </a:p>
          <a:p>
            <a:pPr algn="l"/>
            <a:r>
              <a:rPr lang="ru-RU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каких задач создан: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Развлечение и отдых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Обучение, развитие логики и памяти</a:t>
            </a:r>
          </a:p>
          <a:p>
            <a:br>
              <a:rPr lang="ru-RU" sz="1800" dirty="0"/>
            </a:br>
            <a:endParaRPr lang="ru-RU" sz="18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6C49E70-14B8-B7FF-CD35-8B5D302EDDDE}"/>
              </a:ext>
            </a:extLst>
          </p:cNvPr>
          <p:cNvSpPr txBox="1">
            <a:spLocks/>
          </p:cNvSpPr>
          <p:nvPr/>
        </p:nvSpPr>
        <p:spPr>
          <a:xfrm>
            <a:off x="1121664" y="18780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endParaRPr lang="ru-RU" sz="6800" dirty="0"/>
          </a:p>
          <a:p>
            <a:pPr lvl="1" algn="l"/>
            <a:endParaRPr lang="ru-RU" sz="6800" dirty="0"/>
          </a:p>
          <a:p>
            <a:pPr lvl="1" algn="l"/>
            <a:endParaRPr lang="ru-RU" sz="6800" dirty="0"/>
          </a:p>
        </p:txBody>
      </p:sp>
    </p:spTree>
    <p:extLst>
      <p:ext uri="{BB962C8B-B14F-4D97-AF65-F5344CB8AC3E}">
        <p14:creationId xmlns:p14="http://schemas.microsoft.com/office/powerpoint/2010/main" val="369329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503FB8-5AD2-8C79-6BE6-4AC48FE40D69}"/>
              </a:ext>
            </a:extLst>
          </p:cNvPr>
          <p:cNvSpPr/>
          <p:nvPr/>
        </p:nvSpPr>
        <p:spPr>
          <a:xfrm>
            <a:off x="1089660" y="4728116"/>
            <a:ext cx="10012680" cy="1542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43A0AE9-D674-C8C8-4048-5D5D9E128078}"/>
              </a:ext>
            </a:extLst>
          </p:cNvPr>
          <p:cNvSpPr/>
          <p:nvPr/>
        </p:nvSpPr>
        <p:spPr>
          <a:xfrm>
            <a:off x="1089660" y="3091006"/>
            <a:ext cx="10012680" cy="1542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520704-074B-D7CB-B4FA-2F748E671D3F}"/>
              </a:ext>
            </a:extLst>
          </p:cNvPr>
          <p:cNvSpPr/>
          <p:nvPr/>
        </p:nvSpPr>
        <p:spPr>
          <a:xfrm>
            <a:off x="1089660" y="1453896"/>
            <a:ext cx="10012680" cy="1542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5D190-839D-1821-5A1B-B74AAA24A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531"/>
            <a:ext cx="12192000" cy="172142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i="1" dirty="0"/>
              <a:t>Структура приложения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C31FD3-3E0A-89FA-5772-434AC9F22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992" y="1453896"/>
            <a:ext cx="9144000" cy="2278189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Главный класс </a:t>
            </a:r>
            <a:r>
              <a:rPr lang="ru-RU" sz="8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Wordle</a:t>
            </a:r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отвечает за: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отображение игрового интерфейса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обработку ввода</a:t>
            </a:r>
            <a:endParaRPr lang="en-US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проверку слов</a:t>
            </a:r>
          </a:p>
          <a:p>
            <a:pPr algn="l"/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Класс </a:t>
            </a:r>
            <a:r>
              <a:rPr lang="ru-RU" sz="8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Settings</a:t>
            </a:r>
            <a:r>
              <a:rPr lang="en-US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отвечает за: 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добавление/удаление слов из таблицы </a:t>
            </a: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user_words</a:t>
            </a:r>
            <a:endParaRPr lang="ru-RU" sz="7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выбор режима игры («</a:t>
            </a: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 или «</a:t>
            </a: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»)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загрузку и сохранение настроек в файл config.ini.</a:t>
            </a:r>
          </a:p>
          <a:p>
            <a:pPr algn="l"/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База данных — </a:t>
            </a:r>
            <a:r>
              <a:rPr lang="ru-RU" sz="8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words.db</a:t>
            </a:r>
            <a:r>
              <a:rPr lang="ru-RU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содержит две таблицы: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стандартные 5-буквенные слова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user_words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пользовательские слова, добавленные через настройки (каждое слово в </a:t>
            </a: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user_words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может быть удалено или использовано в режиме «</a:t>
            </a:r>
            <a:r>
              <a:rPr lang="ru-RU" sz="7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</a:t>
            </a:r>
            <a:r>
              <a:rPr lang="ru-RU" sz="7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»).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465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1F79753-CCF7-23F1-8900-EAB24BAB1AD8}"/>
              </a:ext>
            </a:extLst>
          </p:cNvPr>
          <p:cNvSpPr/>
          <p:nvPr/>
        </p:nvSpPr>
        <p:spPr>
          <a:xfrm>
            <a:off x="881380" y="795528"/>
            <a:ext cx="10429240" cy="596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C650D-5DE2-FA89-881B-38EBD4E5E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4592"/>
            <a:ext cx="12192000" cy="1655064"/>
          </a:xfrm>
        </p:spPr>
        <p:txBody>
          <a:bodyPr>
            <a:normAutofit/>
          </a:bodyPr>
          <a:lstStyle/>
          <a:p>
            <a:pPr algn="ctr"/>
            <a:r>
              <a:rPr lang="ru-RU" sz="5400" b="1" i="1" dirty="0"/>
              <a:t>Особенности приложения</a:t>
            </a:r>
            <a:br>
              <a:rPr lang="ru-RU" sz="5400" b="1" dirty="0"/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D11439-DA37-FFBD-37A3-60D38D7C6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95528"/>
            <a:ext cx="9144000" cy="201168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6400" b="1" dirty="0">
                <a:solidFill>
                  <a:schemeClr val="bg1"/>
                </a:solidFill>
              </a:rPr>
              <a:t>Работа со словарём: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Все введённые слова проверяются на наличие в таблице </a:t>
            </a:r>
            <a:r>
              <a:rPr lang="ru-RU" sz="6400" dirty="0" err="1">
                <a:solidFill>
                  <a:schemeClr val="bg1"/>
                </a:solidFill>
              </a:rPr>
              <a:t>words</a:t>
            </a:r>
            <a:r>
              <a:rPr lang="ru-RU" sz="6400" dirty="0">
                <a:solidFill>
                  <a:schemeClr val="bg1"/>
                </a:solidFill>
              </a:rPr>
              <a:t>.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В режиме «</a:t>
            </a:r>
            <a:r>
              <a:rPr lang="ru-RU" sz="6400" dirty="0" err="1">
                <a:solidFill>
                  <a:schemeClr val="bg1"/>
                </a:solidFill>
              </a:rPr>
              <a:t>Custom</a:t>
            </a:r>
            <a:r>
              <a:rPr lang="ru-RU" sz="6400" dirty="0">
                <a:solidFill>
                  <a:schemeClr val="bg1"/>
                </a:solidFill>
              </a:rPr>
              <a:t>» игра использует только слова из </a:t>
            </a:r>
            <a:r>
              <a:rPr lang="ru-RU" sz="6400" dirty="0" err="1">
                <a:solidFill>
                  <a:schemeClr val="bg1"/>
                </a:solidFill>
              </a:rPr>
              <a:t>user_words</a:t>
            </a:r>
            <a:r>
              <a:rPr lang="ru-RU" sz="6400" dirty="0">
                <a:solidFill>
                  <a:schemeClr val="bg1"/>
                </a:solidFill>
              </a:rPr>
              <a:t>. Если их нет — автоматически переключается на режим «</a:t>
            </a:r>
            <a:r>
              <a:rPr lang="ru-RU" sz="6400" dirty="0" err="1">
                <a:solidFill>
                  <a:schemeClr val="bg1"/>
                </a:solidFill>
              </a:rPr>
              <a:t>Default</a:t>
            </a:r>
            <a:r>
              <a:rPr lang="ru-RU" sz="6400" dirty="0">
                <a:solidFill>
                  <a:schemeClr val="bg1"/>
                </a:solidFill>
              </a:rPr>
              <a:t>».</a:t>
            </a:r>
          </a:p>
          <a:p>
            <a:pPr algn="l"/>
            <a:r>
              <a:rPr lang="ru-RU" sz="6400" b="1" dirty="0">
                <a:solidFill>
                  <a:schemeClr val="bg1"/>
                </a:solidFill>
              </a:rPr>
              <a:t>Интерфейс и обратная связь: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Активная строка подсвечивается белым фоном, неактивная — серым.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После каждой попытки буквы окрашиваются по правилам </a:t>
            </a:r>
            <a:r>
              <a:rPr lang="ru-RU" sz="6400" dirty="0" err="1">
                <a:solidFill>
                  <a:schemeClr val="bg1"/>
                </a:solidFill>
              </a:rPr>
              <a:t>Wordle</a:t>
            </a:r>
            <a:r>
              <a:rPr lang="ru-RU" sz="6400" dirty="0">
                <a:solidFill>
                  <a:schemeClr val="bg1"/>
                </a:solidFill>
              </a:rPr>
              <a:t>: зелёный, жёлтый, серый.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Сообщения для игрока выводятся внизу окна.</a:t>
            </a:r>
          </a:p>
          <a:p>
            <a:pPr algn="l"/>
            <a:r>
              <a:rPr lang="ru-RU" sz="6400" b="1" dirty="0">
                <a:solidFill>
                  <a:schemeClr val="bg1"/>
                </a:solidFill>
              </a:rPr>
              <a:t>Настройки и сохранение: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Режим игры сохраняется в config.ini.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Пользовательские слова сохраняются в </a:t>
            </a:r>
            <a:r>
              <a:rPr lang="ru-RU" sz="6400" dirty="0" err="1">
                <a:solidFill>
                  <a:schemeClr val="bg1"/>
                </a:solidFill>
              </a:rPr>
              <a:t>words.db</a:t>
            </a:r>
            <a:r>
              <a:rPr lang="ru-RU" sz="6400" dirty="0">
                <a:solidFill>
                  <a:schemeClr val="bg1"/>
                </a:solidFill>
              </a:rPr>
              <a:t>.</a:t>
            </a:r>
          </a:p>
          <a:p>
            <a:pPr algn="l"/>
            <a:r>
              <a:rPr lang="ru-RU" sz="6400" b="1" dirty="0">
                <a:solidFill>
                  <a:schemeClr val="bg1"/>
                </a:solidFill>
              </a:rPr>
              <a:t>Полезные функции: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Автоматическое сброс состояния после победы/проигрыша.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Кнопка «START AGAIN» для быстрого начала новой игры.</a:t>
            </a:r>
          </a:p>
          <a:p>
            <a:pPr marL="857250" indent="-857250" algn="l">
              <a:buFont typeface="Wingdings" panose="05000000000000000000" pitchFamily="2" charset="2"/>
              <a:buChar char="Ø"/>
            </a:pPr>
            <a:r>
              <a:rPr lang="ru-RU" sz="6400" dirty="0">
                <a:solidFill>
                  <a:schemeClr val="bg1"/>
                </a:solidFill>
              </a:rPr>
              <a:t>Поддержка только английского алфавита (A–Z).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35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3B35DD-B30B-E62A-8F0C-093FE4E28022}"/>
              </a:ext>
            </a:extLst>
          </p:cNvPr>
          <p:cNvSpPr/>
          <p:nvPr/>
        </p:nvSpPr>
        <p:spPr>
          <a:xfrm>
            <a:off x="1078992" y="3958654"/>
            <a:ext cx="10012680" cy="1993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DD9E013-9E11-599F-FD40-CAFB307A5DBC}"/>
              </a:ext>
            </a:extLst>
          </p:cNvPr>
          <p:cNvSpPr/>
          <p:nvPr/>
        </p:nvSpPr>
        <p:spPr>
          <a:xfrm>
            <a:off x="1078992" y="1773238"/>
            <a:ext cx="10012680" cy="18653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3E0DE-1F33-9AAD-2C27-FAC9A069B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328" y="228600"/>
            <a:ext cx="9144000" cy="224028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i="1" dirty="0"/>
              <a:t>Используемые технологии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BBC02D-7643-62A9-4E03-EC132329E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664" y="1878045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7200" b="1" dirty="0">
                <a:solidFill>
                  <a:schemeClr val="bg1"/>
                </a:solidFill>
              </a:rPr>
              <a:t>Встроенные модули Python: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sys</a:t>
            </a:r>
            <a:r>
              <a:rPr lang="ru-RU" sz="6800" dirty="0">
                <a:solidFill>
                  <a:schemeClr val="bg1"/>
                </a:solidFill>
              </a:rPr>
              <a:t> — для инициализации приложения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os</a:t>
            </a:r>
            <a:r>
              <a:rPr lang="ru-RU" sz="6800" dirty="0">
                <a:solidFill>
                  <a:schemeClr val="bg1"/>
                </a:solidFill>
              </a:rPr>
              <a:t> — для работы с путями к файлам</a:t>
            </a:r>
          </a:p>
          <a:p>
            <a:pPr lvl="1" algn="l"/>
            <a:r>
              <a:rPr lang="ru-RU" sz="6800" b="1" dirty="0">
                <a:solidFill>
                  <a:schemeClr val="bg1"/>
                </a:solidFill>
              </a:rPr>
              <a:t>sqlite3</a:t>
            </a:r>
            <a:r>
              <a:rPr lang="ru-RU" sz="6800" dirty="0">
                <a:solidFill>
                  <a:schemeClr val="bg1"/>
                </a:solidFill>
              </a:rPr>
              <a:t> — для работы с базой данных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configparser</a:t>
            </a:r>
            <a:r>
              <a:rPr lang="ru-RU" sz="6800" dirty="0">
                <a:solidFill>
                  <a:schemeClr val="bg1"/>
                </a:solidFill>
              </a:rPr>
              <a:t> — для чтения/записи конфигурации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random</a:t>
            </a:r>
            <a:r>
              <a:rPr lang="ru-RU" sz="6800" dirty="0">
                <a:solidFill>
                  <a:schemeClr val="bg1"/>
                </a:solidFill>
              </a:rPr>
              <a:t> — для выбора случайного слова</a:t>
            </a:r>
          </a:p>
          <a:p>
            <a:pPr lvl="1" algn="l"/>
            <a:endParaRPr lang="ru-RU" sz="6800" dirty="0"/>
          </a:p>
          <a:p>
            <a:pPr lvl="1" algn="l"/>
            <a:endParaRPr lang="ru-RU" sz="6800" dirty="0"/>
          </a:p>
          <a:p>
            <a:pPr lvl="1" algn="l"/>
            <a:endParaRPr lang="ru-RU" sz="6800" dirty="0"/>
          </a:p>
          <a:p>
            <a:pPr algn="l"/>
            <a:r>
              <a:rPr lang="ru-RU" sz="7200" b="1" dirty="0">
                <a:solidFill>
                  <a:schemeClr val="bg1"/>
                </a:solidFill>
              </a:rPr>
              <a:t>Библиотека PyQt6: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QtWidgets</a:t>
            </a:r>
            <a:r>
              <a:rPr lang="ru-RU" sz="6800" dirty="0">
                <a:solidFill>
                  <a:schemeClr val="bg1"/>
                </a:solidFill>
              </a:rPr>
              <a:t> — для создания компонентов интерфейса (кнопки, поля ввода, списки)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QtGui</a:t>
            </a:r>
            <a:r>
              <a:rPr lang="ru-RU" sz="6800" dirty="0">
                <a:solidFill>
                  <a:schemeClr val="bg1"/>
                </a:solidFill>
              </a:rPr>
              <a:t> — для работы с изображениями и иконками</a:t>
            </a:r>
          </a:p>
          <a:p>
            <a:pPr lvl="1" algn="l"/>
            <a:r>
              <a:rPr lang="ru-RU" sz="6800" b="1" dirty="0" err="1">
                <a:solidFill>
                  <a:schemeClr val="bg1"/>
                </a:solidFill>
              </a:rPr>
              <a:t>QtCore</a:t>
            </a:r>
            <a:r>
              <a:rPr lang="ru-RU" sz="6800" b="1" dirty="0">
                <a:solidFill>
                  <a:schemeClr val="bg1"/>
                </a:solidFill>
              </a:rPr>
              <a:t> </a:t>
            </a:r>
            <a:r>
              <a:rPr lang="ru-RU" sz="6800" dirty="0">
                <a:solidFill>
                  <a:schemeClr val="bg1"/>
                </a:solidFill>
              </a:rPr>
              <a:t>— для сигналов и слотов, управления потоками</a:t>
            </a:r>
          </a:p>
        </p:txBody>
      </p:sp>
    </p:spTree>
    <p:extLst>
      <p:ext uri="{BB962C8B-B14F-4D97-AF65-F5344CB8AC3E}">
        <p14:creationId xmlns:p14="http://schemas.microsoft.com/office/powerpoint/2010/main" val="125612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37BBA8-ED79-E3CE-D868-FD423C06C4FA}"/>
              </a:ext>
            </a:extLst>
          </p:cNvPr>
          <p:cNvSpPr/>
          <p:nvPr/>
        </p:nvSpPr>
        <p:spPr>
          <a:xfrm>
            <a:off x="1309116" y="1524110"/>
            <a:ext cx="10012680" cy="36429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49B60-1C96-2D12-0397-E197EFF49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2" y="0"/>
            <a:ext cx="11753088" cy="2295144"/>
          </a:xfrm>
        </p:spPr>
        <p:txBody>
          <a:bodyPr/>
          <a:lstStyle/>
          <a:p>
            <a:pPr algn="ctr"/>
            <a:r>
              <a:rPr lang="ru-RU" b="1" i="1" dirty="0"/>
              <a:t>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36EC8B-CFB2-A16F-0442-E2835C792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90942"/>
            <a:ext cx="9144000" cy="1655762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Была разработана игра </a:t>
            </a:r>
            <a:r>
              <a:rPr lang="ru-RU" sz="1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Wordle</a:t>
            </a:r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понятным интерфейсом, возможностью расширения словаря и сохранением настроек. 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Приложение демонстрирует работу с: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Графическим интерфейсом (PyQt6)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Базами данных (</a:t>
            </a:r>
            <a:r>
              <a:rPr lang="ru-RU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Конфигурационными файлами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Алгоритмами проверки и сравнения строк.</a:t>
            </a:r>
          </a:p>
          <a:p>
            <a:endParaRPr lang="ru-R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513946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74</TotalTime>
  <Words>385</Words>
  <Application>Microsoft Office PowerPoint</Application>
  <PresentationFormat>Широкоэкранный</PresentationFormat>
  <Paragraphs>59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Schoolbook</vt:lpstr>
      <vt:lpstr>Wingdings</vt:lpstr>
      <vt:lpstr>Wingdings 2</vt:lpstr>
      <vt:lpstr>Вид</vt:lpstr>
      <vt:lpstr>Wordle на библиотеке PyQt6</vt:lpstr>
      <vt:lpstr>Задачи и Идеи </vt:lpstr>
      <vt:lpstr>Структура приложения </vt:lpstr>
      <vt:lpstr>Особенности приложения </vt:lpstr>
      <vt:lpstr>Используемые технологии 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2</cp:revision>
  <dcterms:created xsi:type="dcterms:W3CDTF">2025-11-07T17:02:31Z</dcterms:created>
  <dcterms:modified xsi:type="dcterms:W3CDTF">2025-11-11T21:55:46Z</dcterms:modified>
</cp:coreProperties>
</file>